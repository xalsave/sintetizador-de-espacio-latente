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7239A-3E37-AD0E-20B3-82FFF8004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3D99AC-2444-F982-801F-4EC9170BA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E37989-8E59-9093-BBA7-83392508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B05E4-7CE6-2001-2AC9-42EFA9A9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EFCCD2-A9FF-D6A5-677D-F15A55B8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028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C7474-1B3C-4BD1-5178-4BB442BA3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0A80F2-AB87-3BC4-A007-CD6FF55C0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264F6-06B5-788B-4652-5A637D8C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9C5EAA-ACAA-879A-E882-310CE70E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8E096-7BBA-06AF-7A56-2AE22FC9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027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7AA03-5A30-824D-F0A9-B9B10EFD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A139A8-4FDC-237A-497D-D48FBF55C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DDA531-A928-9EC9-B2A8-33B71404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9BE18A-2D92-1F6C-FFA4-9ABED3E2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D2CF48-8B15-AF0E-AE2A-8CBB026C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963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D0726-8E06-8AF7-AE48-D6F05C65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2CB02D-9DCA-3CFF-23D9-F7FCDDF57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18D123-7EBC-23BC-31EF-0D08B1F93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345904-E88B-B1B8-BF97-25EC6468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621335-17D8-484A-8DDF-3F0EC1B1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7EC946-EC5C-575B-FD6D-C1FEC1CC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53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821ED-1289-F7C6-7C57-2518861D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2485A1-78B4-A469-BD11-297633C9F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9B769A-26E0-3F9F-282A-C17CE9604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D1E82FC-59F3-B01D-C2B5-0D959A9E9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582C8AD-0E74-776C-CCB6-E412A420E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759B0E-731F-84FC-9AD8-2FC0BAD6B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EA1ECB-220F-954A-A43D-688CE7FF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55CA61-C6FD-80B4-F028-185A36AB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23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529AD-1C37-4DEF-F83B-4DA2DD456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493608-58C9-FAB8-C2D4-869E713F8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2E706D-CAB0-7E0F-B5BA-2480A916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625E11-B361-7DAB-B8A5-69F521A3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111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6EF50-B0F5-D3EC-030B-395C76C0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E4083E-5ED8-259A-F4E6-FF1049D4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01AA8C-5D27-758D-32F2-AE28C7B7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652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F41DB-B3DC-FC02-1495-BC243529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58005-3D66-802E-02BA-6A54007D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ACDE45-CE73-6F37-04FC-1C88F6F83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A1438C-B6DE-BDE8-AB1A-6E3D8D0E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E6B318-2899-4340-EBC3-424E303F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7ABD6E-EBD6-D5F4-E954-EEC3DB7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182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4EE7F-9FBB-DB74-6EB0-31B441B6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4E7212-7B6B-5A97-0D1B-F4546765F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B869B5-055C-6A83-C59D-457F1F2E5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EEDCF7-3902-A660-DB7B-329654FB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AE8191-AD20-AE05-1F95-A40D2750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59A634-D44E-6380-F53B-F814229E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445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5AC2B-6327-F291-3F4D-EC7326A6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E35C23-5D6B-8F89-E173-04E1E448D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892DED-8C00-BC84-06E4-FD8E6119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9B8705-12DE-CF86-0C4A-74D8CEBB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CAA834-B9C4-0BC5-B07C-A5122FF7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8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22DD5E-7AA5-907B-7181-6C3188F9E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B5204B-551B-4890-3343-1E9BD3DF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3A6A83-FB28-4656-4A24-BD0503E8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DAF70B-19A5-48D3-8F1D-E639E6E4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42217A-EA6B-3A31-16D9-4583AF88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7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D761982-04E1-CB73-762D-D5BB75FA1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D4BD4C-3281-792E-69BD-843751458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E3A945-869F-3F6D-1C73-00B60F818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F6C93-CC99-4808-85A5-CBA75C0AA482}" type="datetimeFigureOut">
              <a:rPr lang="es-ES" smtClean="0"/>
              <a:t>15/08/2026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13E4B9-25EE-6700-6A5C-0E8BEB792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0C796E-E7FB-B040-5ED4-A17533AA4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FCC8E-645F-40A8-917D-451E288968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882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F05427E0-CAE6-75AF-9DB9-447E55C87298}"/>
              </a:ext>
            </a:extLst>
          </p:cNvPr>
          <p:cNvGrpSpPr/>
          <p:nvPr/>
        </p:nvGrpSpPr>
        <p:grpSpPr>
          <a:xfrm>
            <a:off x="2281287" y="573523"/>
            <a:ext cx="5897513" cy="5572754"/>
            <a:chOff x="2281287" y="2315967"/>
            <a:chExt cx="4053525" cy="3830309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7D8AF4EC-9902-3B03-0506-C3F828F28AB8}"/>
                </a:ext>
              </a:extLst>
            </p:cNvPr>
            <p:cNvGrpSpPr/>
            <p:nvPr/>
          </p:nvGrpSpPr>
          <p:grpSpPr>
            <a:xfrm>
              <a:off x="2281287" y="2315967"/>
              <a:ext cx="4053525" cy="3830309"/>
              <a:chOff x="2281287" y="1319753"/>
              <a:chExt cx="5015059" cy="4826523"/>
            </a:xfrm>
          </p:grpSpPr>
          <p:sp>
            <p:nvSpPr>
              <p:cNvPr id="5" name="Forma libre: forma 4">
                <a:extLst>
                  <a:ext uri="{FF2B5EF4-FFF2-40B4-BE49-F238E27FC236}">
                    <a16:creationId xmlns:a16="http://schemas.microsoft.com/office/drawing/2014/main" id="{1BE189F7-0072-6BB7-5081-2D095BE6A699}"/>
                  </a:ext>
                </a:extLst>
              </p:cNvPr>
              <p:cNvSpPr/>
              <p:nvPr/>
            </p:nvSpPr>
            <p:spPr>
              <a:xfrm>
                <a:off x="2281287" y="3629320"/>
                <a:ext cx="3026004" cy="2516956"/>
              </a:xfrm>
              <a:custGeom>
                <a:avLst/>
                <a:gdLst>
                  <a:gd name="csX0" fmla="*/ 9426 w 3026004"/>
                  <a:gd name="csY0" fmla="*/ 0 h 2516956"/>
                  <a:gd name="csX1" fmla="*/ 0 w 3026004"/>
                  <a:gd name="csY1" fmla="*/ 1018094 h 2516956"/>
                  <a:gd name="csX2" fmla="*/ 3026004 w 3026004"/>
                  <a:gd name="csY2" fmla="*/ 2516956 h 2516956"/>
                  <a:gd name="csX3" fmla="*/ 3007150 w 3026004"/>
                  <a:gd name="csY3" fmla="*/ 1178350 h 2516956"/>
                  <a:gd name="csX4" fmla="*/ 9426 w 3026004"/>
                  <a:gd name="csY4" fmla="*/ 0 h 2516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26004" h="2516956">
                    <a:moveTo>
                      <a:pt x="9426" y="0"/>
                    </a:moveTo>
                    <a:lnTo>
                      <a:pt x="0" y="1018094"/>
                    </a:lnTo>
                    <a:lnTo>
                      <a:pt x="3026004" y="2516956"/>
                    </a:lnTo>
                    <a:lnTo>
                      <a:pt x="3007150" y="1178350"/>
                    </a:lnTo>
                    <a:lnTo>
                      <a:pt x="9426" y="0"/>
                    </a:lnTo>
                    <a:close/>
                  </a:path>
                </a:pathLst>
              </a:custGeom>
              <a:solidFill>
                <a:srgbClr val="55261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Forma libre: forma 6">
                <a:extLst>
                  <a:ext uri="{FF2B5EF4-FFF2-40B4-BE49-F238E27FC236}">
                    <a16:creationId xmlns:a16="http://schemas.microsoft.com/office/drawing/2014/main" id="{97F45689-4920-505C-09DA-308E1603DB33}"/>
                  </a:ext>
                </a:extLst>
              </p:cNvPr>
              <p:cNvSpPr/>
              <p:nvPr/>
            </p:nvSpPr>
            <p:spPr>
              <a:xfrm>
                <a:off x="2281287" y="1329179"/>
                <a:ext cx="4402317" cy="3469064"/>
              </a:xfrm>
              <a:custGeom>
                <a:avLst/>
                <a:gdLst>
                  <a:gd name="csX0" fmla="*/ 0 w 4402317"/>
                  <a:gd name="csY0" fmla="*/ 2309567 h 3469064"/>
                  <a:gd name="csX1" fmla="*/ 1564849 w 4402317"/>
                  <a:gd name="csY1" fmla="*/ 0 h 3469064"/>
                  <a:gd name="csX2" fmla="*/ 4402317 w 4402317"/>
                  <a:gd name="csY2" fmla="*/ 838986 h 3469064"/>
                  <a:gd name="csX3" fmla="*/ 3007150 w 4402317"/>
                  <a:gd name="csY3" fmla="*/ 3469064 h 3469064"/>
                  <a:gd name="csX4" fmla="*/ 0 w 4402317"/>
                  <a:gd name="csY4" fmla="*/ 2309567 h 34690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402317" h="3469064">
                    <a:moveTo>
                      <a:pt x="0" y="2309567"/>
                    </a:moveTo>
                    <a:lnTo>
                      <a:pt x="1564849" y="0"/>
                    </a:lnTo>
                    <a:lnTo>
                      <a:pt x="4402317" y="838986"/>
                    </a:lnTo>
                    <a:lnTo>
                      <a:pt x="3007150" y="3469064"/>
                    </a:lnTo>
                    <a:lnTo>
                      <a:pt x="0" y="230956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" name="Forma libre: forma 7">
                <a:extLst>
                  <a:ext uri="{FF2B5EF4-FFF2-40B4-BE49-F238E27FC236}">
                    <a16:creationId xmlns:a16="http://schemas.microsoft.com/office/drawing/2014/main" id="{E2D889FF-4D83-1E2A-C8B7-561C79054B8F}"/>
                  </a:ext>
                </a:extLst>
              </p:cNvPr>
              <p:cNvSpPr/>
              <p:nvPr/>
            </p:nvSpPr>
            <p:spPr>
              <a:xfrm>
                <a:off x="3883843" y="1319753"/>
                <a:ext cx="3412503" cy="838985"/>
              </a:xfrm>
              <a:custGeom>
                <a:avLst/>
                <a:gdLst>
                  <a:gd name="csX0" fmla="*/ 2818615 w 3412503"/>
                  <a:gd name="csY0" fmla="*/ 838985 h 838985"/>
                  <a:gd name="csX1" fmla="*/ 3412503 w 3412503"/>
                  <a:gd name="csY1" fmla="*/ 838985 h 838985"/>
                  <a:gd name="csX2" fmla="*/ 763571 w 3412503"/>
                  <a:gd name="csY2" fmla="*/ 18853 h 838985"/>
                  <a:gd name="csX3" fmla="*/ 0 w 3412503"/>
                  <a:gd name="csY3" fmla="*/ 0 h 838985"/>
                  <a:gd name="csX4" fmla="*/ 2818615 w 3412503"/>
                  <a:gd name="csY4" fmla="*/ 838985 h 838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412503" h="838985">
                    <a:moveTo>
                      <a:pt x="2818615" y="838985"/>
                    </a:moveTo>
                    <a:lnTo>
                      <a:pt x="3412503" y="838985"/>
                    </a:lnTo>
                    <a:lnTo>
                      <a:pt x="763571" y="18853"/>
                    </a:lnTo>
                    <a:lnTo>
                      <a:pt x="0" y="0"/>
                    </a:lnTo>
                    <a:lnTo>
                      <a:pt x="2818615" y="838985"/>
                    </a:lnTo>
                    <a:close/>
                  </a:path>
                </a:pathLst>
              </a:custGeom>
              <a:solidFill>
                <a:srgbClr val="55261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" name="Forma libre: forma 9">
                <a:extLst>
                  <a:ext uri="{FF2B5EF4-FFF2-40B4-BE49-F238E27FC236}">
                    <a16:creationId xmlns:a16="http://schemas.microsoft.com/office/drawing/2014/main" id="{5B806095-021D-6B16-D8E5-1F5E25E87F15}"/>
                  </a:ext>
                </a:extLst>
              </p:cNvPr>
              <p:cNvSpPr/>
              <p:nvPr/>
            </p:nvSpPr>
            <p:spPr>
              <a:xfrm>
                <a:off x="5297864" y="2158738"/>
                <a:ext cx="1998482" cy="3959258"/>
              </a:xfrm>
              <a:custGeom>
                <a:avLst/>
                <a:gdLst>
                  <a:gd name="csX0" fmla="*/ 37707 w 1998482"/>
                  <a:gd name="csY0" fmla="*/ 3959258 h 3959258"/>
                  <a:gd name="csX1" fmla="*/ 1894788 w 1998482"/>
                  <a:gd name="csY1" fmla="*/ 3110846 h 3959258"/>
                  <a:gd name="csX2" fmla="*/ 1998482 w 1998482"/>
                  <a:gd name="csY2" fmla="*/ 0 h 3959258"/>
                  <a:gd name="csX3" fmla="*/ 1385740 w 1998482"/>
                  <a:gd name="csY3" fmla="*/ 0 h 3959258"/>
                  <a:gd name="csX4" fmla="*/ 0 w 1998482"/>
                  <a:gd name="csY4" fmla="*/ 2630078 h 3959258"/>
                  <a:gd name="csX5" fmla="*/ 37707 w 1998482"/>
                  <a:gd name="csY5" fmla="*/ 3959258 h 39592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998482" h="3959258">
                    <a:moveTo>
                      <a:pt x="37707" y="3959258"/>
                    </a:moveTo>
                    <a:lnTo>
                      <a:pt x="1894788" y="3110846"/>
                    </a:lnTo>
                    <a:lnTo>
                      <a:pt x="1998482" y="0"/>
                    </a:lnTo>
                    <a:lnTo>
                      <a:pt x="1385740" y="0"/>
                    </a:lnTo>
                    <a:lnTo>
                      <a:pt x="0" y="2630078"/>
                    </a:lnTo>
                    <a:cubicBezTo>
                      <a:pt x="3142" y="3079422"/>
                      <a:pt x="6285" y="3528767"/>
                      <a:pt x="37707" y="3959258"/>
                    </a:cubicBezTo>
                    <a:close/>
                  </a:path>
                </a:pathLst>
              </a:custGeom>
              <a:solidFill>
                <a:srgbClr val="55261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642EFBFB-046E-5254-4736-CD10D568A180}"/>
                </a:ext>
              </a:extLst>
            </p:cNvPr>
            <p:cNvGrpSpPr/>
            <p:nvPr/>
          </p:nvGrpSpPr>
          <p:grpSpPr>
            <a:xfrm>
              <a:off x="3235263" y="2519866"/>
              <a:ext cx="1206631" cy="914400"/>
              <a:chOff x="3544478" y="1687398"/>
              <a:chExt cx="1206631" cy="914400"/>
            </a:xfrm>
          </p:grpSpPr>
          <p:sp>
            <p:nvSpPr>
              <p:cNvPr id="12" name="Forma libre: forma 11">
                <a:extLst>
                  <a:ext uri="{FF2B5EF4-FFF2-40B4-BE49-F238E27FC236}">
                    <a16:creationId xmlns:a16="http://schemas.microsoft.com/office/drawing/2014/main" id="{A10CE503-D665-4797-12EE-91BF3A5A8500}"/>
                  </a:ext>
                </a:extLst>
              </p:cNvPr>
              <p:cNvSpPr/>
              <p:nvPr/>
            </p:nvSpPr>
            <p:spPr>
              <a:xfrm>
                <a:off x="3544478" y="1687398"/>
                <a:ext cx="1206631" cy="914400"/>
              </a:xfrm>
              <a:custGeom>
                <a:avLst/>
                <a:gdLst>
                  <a:gd name="csX0" fmla="*/ 358219 w 1206631"/>
                  <a:gd name="csY0" fmla="*/ 0 h 914400"/>
                  <a:gd name="csX1" fmla="*/ 0 w 1206631"/>
                  <a:gd name="csY1" fmla="*/ 556181 h 914400"/>
                  <a:gd name="csX2" fmla="*/ 838986 w 1206631"/>
                  <a:gd name="csY2" fmla="*/ 914400 h 914400"/>
                  <a:gd name="csX3" fmla="*/ 1206631 w 1206631"/>
                  <a:gd name="csY3" fmla="*/ 273377 h 914400"/>
                  <a:gd name="csX4" fmla="*/ 358219 w 1206631"/>
                  <a:gd name="csY4" fmla="*/ 0 h 914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06631" h="914400">
                    <a:moveTo>
                      <a:pt x="358219" y="0"/>
                    </a:moveTo>
                    <a:lnTo>
                      <a:pt x="0" y="556181"/>
                    </a:lnTo>
                    <a:lnTo>
                      <a:pt x="838986" y="914400"/>
                    </a:lnTo>
                    <a:lnTo>
                      <a:pt x="1206631" y="273377"/>
                    </a:lnTo>
                    <a:lnTo>
                      <a:pt x="358219" y="0"/>
                    </a:lnTo>
                    <a:close/>
                  </a:path>
                </a:pathLst>
              </a:cu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B76A5AC-FABB-FDDA-3AF9-5001FC5BC10D}"/>
                  </a:ext>
                </a:extLst>
              </p:cNvPr>
              <p:cNvSpPr txBox="1"/>
              <p:nvPr/>
            </p:nvSpPr>
            <p:spPr>
              <a:xfrm>
                <a:off x="3794289" y="1932495"/>
                <a:ext cx="67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CYD</a:t>
                </a:r>
              </a:p>
            </p:txBody>
          </p:sp>
        </p:grp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56730046-5284-7B0C-C572-A7075B4EA23A}"/>
                </a:ext>
              </a:extLst>
            </p:cNvPr>
            <p:cNvSpPr/>
            <p:nvPr/>
          </p:nvSpPr>
          <p:spPr>
            <a:xfrm>
              <a:off x="2948615" y="3260216"/>
              <a:ext cx="197963" cy="1744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6C665391-A955-400A-0096-170876B77B01}"/>
                </a:ext>
              </a:extLst>
            </p:cNvPr>
            <p:cNvSpPr/>
            <p:nvPr/>
          </p:nvSpPr>
          <p:spPr>
            <a:xfrm>
              <a:off x="3254985" y="3389804"/>
              <a:ext cx="197963" cy="1744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BAB9BCD4-6270-7DA0-5CFD-BC7E73FD4573}"/>
                </a:ext>
              </a:extLst>
            </p:cNvPr>
            <p:cNvSpPr/>
            <p:nvPr/>
          </p:nvSpPr>
          <p:spPr>
            <a:xfrm>
              <a:off x="3575498" y="3521894"/>
              <a:ext cx="197963" cy="1744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07E6B4C8-ABF1-3CAF-BF69-D3E85FCEBC06}"/>
                </a:ext>
              </a:extLst>
            </p:cNvPr>
            <p:cNvSpPr/>
            <p:nvPr/>
          </p:nvSpPr>
          <p:spPr>
            <a:xfrm>
              <a:off x="3860659" y="3609120"/>
              <a:ext cx="197963" cy="1744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03168412-8913-FDB1-0D1E-9F849074FF5B}"/>
                </a:ext>
              </a:extLst>
            </p:cNvPr>
            <p:cNvSpPr/>
            <p:nvPr/>
          </p:nvSpPr>
          <p:spPr>
            <a:xfrm>
              <a:off x="4553146" y="3063711"/>
              <a:ext cx="961534" cy="518475"/>
            </a:xfrm>
            <a:custGeom>
              <a:avLst/>
              <a:gdLst>
                <a:gd name="csX0" fmla="*/ 131976 w 688157"/>
                <a:gd name="csY0" fmla="*/ 0 h 518475"/>
                <a:gd name="csX1" fmla="*/ 0 w 688157"/>
                <a:gd name="csY1" fmla="*/ 263951 h 518475"/>
                <a:gd name="csX2" fmla="*/ 575035 w 688157"/>
                <a:gd name="csY2" fmla="*/ 518475 h 518475"/>
                <a:gd name="csX3" fmla="*/ 688157 w 688157"/>
                <a:gd name="csY3" fmla="*/ 216817 h 518475"/>
                <a:gd name="csX4" fmla="*/ 131976 w 688157"/>
                <a:gd name="csY4" fmla="*/ 0 h 518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88157" h="518475">
                  <a:moveTo>
                    <a:pt x="131976" y="0"/>
                  </a:moveTo>
                  <a:lnTo>
                    <a:pt x="0" y="263951"/>
                  </a:lnTo>
                  <a:lnTo>
                    <a:pt x="575035" y="518475"/>
                  </a:lnTo>
                  <a:lnTo>
                    <a:pt x="688157" y="216817"/>
                  </a:lnTo>
                  <a:lnTo>
                    <a:pt x="131976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OLED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C8509525-6E13-5F5B-4953-317F3D826C0C}"/>
                </a:ext>
              </a:extLst>
            </p:cNvPr>
            <p:cNvSpPr txBox="1"/>
            <p:nvPr/>
          </p:nvSpPr>
          <p:spPr>
            <a:xfrm>
              <a:off x="2816511" y="3358243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A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B25AE71-2CAE-E8D2-DEC8-CB2C569D3CE2}"/>
                </a:ext>
              </a:extLst>
            </p:cNvPr>
            <p:cNvSpPr txBox="1"/>
            <p:nvPr/>
          </p:nvSpPr>
          <p:spPr>
            <a:xfrm>
              <a:off x="3063581" y="3509096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D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39A7B42-A58D-7078-26FA-A7F1014F7EE7}"/>
                </a:ext>
              </a:extLst>
            </p:cNvPr>
            <p:cNvSpPr txBox="1"/>
            <p:nvPr/>
          </p:nvSpPr>
          <p:spPr>
            <a:xfrm>
              <a:off x="3398164" y="361223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S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61D2080-5D55-B367-88A4-F338AD7542DE}"/>
                </a:ext>
              </a:extLst>
            </p:cNvPr>
            <p:cNvSpPr txBox="1"/>
            <p:nvPr/>
          </p:nvSpPr>
          <p:spPr>
            <a:xfrm>
              <a:off x="3696631" y="372757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R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7AC31028-4FF5-8F7B-04D0-A746E1C0BFBA}"/>
                </a:ext>
              </a:extLst>
            </p:cNvPr>
            <p:cNvSpPr/>
            <p:nvPr/>
          </p:nvSpPr>
          <p:spPr>
            <a:xfrm>
              <a:off x="4276403" y="3704821"/>
              <a:ext cx="194293" cy="1841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753D4DCA-47E5-9489-1A3E-1D0818E22FAB}"/>
                </a:ext>
              </a:extLst>
            </p:cNvPr>
            <p:cNvSpPr/>
            <p:nvPr/>
          </p:nvSpPr>
          <p:spPr>
            <a:xfrm>
              <a:off x="4688477" y="3851560"/>
              <a:ext cx="194293" cy="1841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B325F3D-4058-F681-25EC-9626A83F6372}"/>
                </a:ext>
              </a:extLst>
            </p:cNvPr>
            <p:cNvSpPr txBox="1"/>
            <p:nvPr/>
          </p:nvSpPr>
          <p:spPr>
            <a:xfrm>
              <a:off x="4098829" y="3866013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Q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F1ABF6F1-FC6A-73AA-8C48-AB6784D22191}"/>
                </a:ext>
              </a:extLst>
            </p:cNvPr>
            <p:cNvSpPr txBox="1"/>
            <p:nvPr/>
          </p:nvSpPr>
          <p:spPr>
            <a:xfrm>
              <a:off x="4546194" y="401831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</a:t>
              </a: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686CBD4B-9E70-A6F2-140D-332A14745AC8}"/>
                </a:ext>
              </a:extLst>
            </p:cNvPr>
            <p:cNvSpPr/>
            <p:nvPr/>
          </p:nvSpPr>
          <p:spPr>
            <a:xfrm>
              <a:off x="4098829" y="4384675"/>
              <a:ext cx="177574" cy="12107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C0EA0E82-8CEE-836B-7954-8DC8CD14EA6C}"/>
                </a:ext>
              </a:extLst>
            </p:cNvPr>
            <p:cNvCxnSpPr/>
            <p:nvPr/>
          </p:nvCxnSpPr>
          <p:spPr>
            <a:xfrm flipV="1">
              <a:off x="4098829" y="4337050"/>
              <a:ext cx="212821" cy="193675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A8F7D607-2CCE-9EC1-063A-C272DAF83FFE}"/>
                </a:ext>
              </a:extLst>
            </p:cNvPr>
            <p:cNvSpPr txBox="1"/>
            <p:nvPr/>
          </p:nvSpPr>
          <p:spPr>
            <a:xfrm>
              <a:off x="3504202" y="4435732"/>
              <a:ext cx="21999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700" dirty="0"/>
                <a:t>SELECTOR (3 WAY)</a:t>
              </a:r>
            </a:p>
            <a:p>
              <a:pPr algn="ctr"/>
              <a:r>
                <a:rPr lang="es-ES" sz="700" dirty="0"/>
                <a:t>LPF</a:t>
              </a:r>
            </a:p>
            <a:p>
              <a:pPr algn="ctr"/>
              <a:r>
                <a:rPr lang="es-ES" sz="700" dirty="0"/>
                <a:t>HPF</a:t>
              </a:r>
            </a:p>
            <a:p>
              <a:pPr algn="ctr"/>
              <a:r>
                <a:rPr lang="es-ES" sz="700" dirty="0"/>
                <a:t>OTRO</a:t>
              </a:r>
            </a:p>
          </p:txBody>
        </p:sp>
      </p:grpSp>
      <p:sp>
        <p:nvSpPr>
          <p:cNvPr id="36" name="Elipse 35">
            <a:extLst>
              <a:ext uri="{FF2B5EF4-FFF2-40B4-BE49-F238E27FC236}">
                <a16:creationId xmlns:a16="http://schemas.microsoft.com/office/drawing/2014/main" id="{28A4EFB1-FDA5-8B13-CD1D-277C81258CC6}"/>
              </a:ext>
            </a:extLst>
          </p:cNvPr>
          <p:cNvSpPr/>
          <p:nvPr/>
        </p:nvSpPr>
        <p:spPr>
          <a:xfrm>
            <a:off x="7458239" y="4589824"/>
            <a:ext cx="403888" cy="4535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799FEC1-828D-FA70-9F80-CAC6D44504A6}"/>
              </a:ext>
            </a:extLst>
          </p:cNvPr>
          <p:cNvSpPr txBox="1"/>
          <p:nvPr/>
        </p:nvSpPr>
        <p:spPr>
          <a:xfrm>
            <a:off x="7137587" y="4266658"/>
            <a:ext cx="914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MIDI IN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8B22F30-7E6A-4CEF-F4FF-628CE75D932E}"/>
              </a:ext>
            </a:extLst>
          </p:cNvPr>
          <p:cNvSpPr txBox="1"/>
          <p:nvPr/>
        </p:nvSpPr>
        <p:spPr>
          <a:xfrm>
            <a:off x="6160401" y="4848654"/>
            <a:ext cx="442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5V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96149894-7703-6496-6C4C-95ED0AA38F53}"/>
              </a:ext>
            </a:extLst>
          </p:cNvPr>
          <p:cNvSpPr/>
          <p:nvPr/>
        </p:nvSpPr>
        <p:spPr>
          <a:xfrm>
            <a:off x="6213078" y="5177254"/>
            <a:ext cx="403888" cy="4535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63588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Saez Vega</dc:creator>
  <cp:lastModifiedBy>Alejandro Saez Vega</cp:lastModifiedBy>
  <cp:revision>1</cp:revision>
  <dcterms:created xsi:type="dcterms:W3CDTF">2026-08-15T20:18:05Z</dcterms:created>
  <dcterms:modified xsi:type="dcterms:W3CDTF">2026-08-15T20:18:16Z</dcterms:modified>
</cp:coreProperties>
</file>